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719" r:id="rId4"/>
    <p:sldId id="727" r:id="rId5"/>
    <p:sldId id="729" r:id="rId6"/>
    <p:sldId id="730" r:id="rId7"/>
    <p:sldId id="731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9900CC"/>
    <a:srgbClr val="FF3300"/>
    <a:srgbClr val="D60093"/>
    <a:srgbClr val="CC0099"/>
    <a:srgbClr val="FF3399"/>
    <a:srgbClr val="3333FF"/>
    <a:srgbClr val="99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397" autoAdjust="0"/>
  </p:normalViewPr>
  <p:slideViewPr>
    <p:cSldViewPr showGuides="1">
      <p:cViewPr varScale="1">
        <p:scale>
          <a:sx n="147" d="100"/>
          <a:sy n="147" d="100"/>
        </p:scale>
        <p:origin x="660" y="126"/>
      </p:cViewPr>
      <p:guideLst>
        <p:guide orient="horz" pos="165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295D0-4745-42D4-B4CD-8E10432D4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F2AAF-A21A-4275-8BC5-046AE94BB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32716" y="1707282"/>
            <a:ext cx="784887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 kern="10">
                <a:ln w="22225">
                  <a:noFill/>
                  <a:round/>
                </a:ln>
                <a:solidFill>
                  <a:schemeClr val="tx1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第一章　参考答案</a:t>
            </a:r>
            <a:endParaRPr lang="zh-CN" sz="5400" b="1" kern="10">
              <a:ln w="22225">
                <a:noFill/>
                <a:round/>
              </a:ln>
              <a:solidFill>
                <a:schemeClr val="tx1"/>
              </a:solidFill>
              <a:effectLst>
                <a:outerShdw dist="35921" dir="2700000" algn="ctr" rotWithShape="0">
                  <a:srgbClr val="C0C0C0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22680"/>
            <a:ext cx="9144000" cy="2897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308610"/>
            <a:ext cx="9144000" cy="4526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662940"/>
            <a:ext cx="9144000" cy="3817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0680"/>
            <a:ext cx="9144000" cy="1882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57070"/>
            <a:ext cx="9144000" cy="1229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全屏显示(16:9)</PresentationFormat>
  <Paragraphs>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华文行楷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WangYX</dc:creator>
  <cp:lastModifiedBy>yAsinx</cp:lastModifiedBy>
  <cp:revision>907</cp:revision>
  <dcterms:created xsi:type="dcterms:W3CDTF">2024-08-09T00:52:00Z</dcterms:created>
  <dcterms:modified xsi:type="dcterms:W3CDTF">2026-03-11T15:18:21Z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4AB18C5C2D93400B8F8E880EADFB6A6A_13</vt:lpwstr>
  </property>
  <property fmtid="{D5CDD505-2E9C-101B-9397-08002B2CF9AE}" pid="3" name="KSOProductBuildVer">
    <vt:lpwstr>2052-12.1.0.25225</vt:lpwstr>
  </property>
</Properties>
</file>